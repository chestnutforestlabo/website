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76"/>
  </p:normalViewPr>
  <p:slideViewPr>
    <p:cSldViewPr snapToGrid="0" showGuides="1">
      <p:cViewPr varScale="1">
        <p:scale>
          <a:sx n="114" d="100"/>
          <a:sy n="114" d="100"/>
        </p:scale>
        <p:origin x="60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6A5A0C-26B2-592E-E67F-973DF2A48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B905C0-D4EC-9811-41D4-26683CE1BC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8712B-C731-AB22-A856-0329B55FC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1EB30B-611F-F706-A850-D5F32BDF6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56CCF4F-D7F7-A538-61C8-3B568505F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431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B56AD6-639C-9AF6-B6E1-7F738AB51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E5AE53-891A-D63D-4C13-455873E775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18A850-0CFD-654F-F36F-4D9771434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D0945E-CF9F-93BE-297D-A007C20EA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48B10A-ABA2-C3C5-895B-41CE234B4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7146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955C93-E66A-75EE-F6DF-669E9CBD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8185F6-D527-6C6C-A599-F834FE89B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AB219D-8933-8E1A-AD95-B72FE214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53A497-D0D5-2DBD-0E7A-B3E638171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4E6AD1-B986-724A-D986-0D1D4C3F0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50110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6A8ACB-90B6-903C-6D9B-7D16CA1FE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AF4EA4-6EB8-F6E3-EAED-AB5D5CD0F1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201E08-1184-C96E-5DED-54E7B87B6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42F51F-18DE-84AF-1CF2-2EF79831C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F1258FC-0A4E-9ED3-7B30-F68AEFE27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048CE0-C2FE-3341-8458-4736E4F2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7041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92D6D-6725-18F4-DC93-8C432B641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5504D3-393F-6136-27F6-D6C28B407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F08B5A-5C34-AE8B-341F-40C85915C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D841FA0-946C-8F5C-F40D-3501B8F3D5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C72134-8459-96F3-EAE5-C30AEC6D16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5D6D9E-C1EA-F0CB-4F85-E37904487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F6593ED-3A56-7B86-F04F-3BEB48CD0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C472EC5-2C9C-14DA-94C8-E31B79CFF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47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438E93-5A1F-5D7E-399C-106B9EC4A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2B231C0-F6B0-3AE9-F2E3-299EB6BD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FC94765-2D53-43D9-CFE0-ECB04C901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87DDF22-2A9B-6427-7CFA-9A929B77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93408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29F619-A480-C849-003E-8058BEFC2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364B70D-E9B6-CA7A-4758-876CC4D2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301BA0-93ED-D9C8-2449-5A3917B3B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4781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18E43F-EBE0-4EC4-4EAF-551D9675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67A0D4-2744-3FEF-9D9E-9D6085B7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7AFCFB-B12B-E2FA-243C-9C2B67206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4197C4-97CC-9F1C-8BE4-8AFD9C5B0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069C8A6-FA4F-4340-FA89-0F2A9E183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240B025-9D0D-4717-3491-D7FFBF9B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22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7D56C2-4A4D-FDA2-3375-991479D32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DCAD63E-5BE0-8FEB-FFFE-1CC68DCA99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2797ED-0FBA-F97C-0595-ABD99283F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B2CE2A-A31B-8043-E5A7-D55CDD49D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524A164-DB6F-7942-A7CC-A8B366BE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6AD04FC-F519-79D6-32F9-976A568D5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9904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72AD14-1903-40E6-8E40-B9C096FB5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693A128-6179-A414-2C00-FE4550CF0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AD278D-A21B-24BA-2ACD-12EDCDEE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AA0A6-3A48-9602-1F6B-F1180CD2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97A99B-4159-308A-A4D1-3FFF3718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5731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1040D56-719A-C5A8-2DA4-F4A9C3D7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3E357E-9AF4-9126-F1D8-B488F9D36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C6DDEF-C77A-5478-421E-1ABF37C3E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6953FA-D606-FAFF-A7E5-2F8933384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BBCD320-7DE2-AC8C-A3BF-8402B23A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726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5AFDC6E-8343-F8C4-321E-9AD3C7D39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9EDDBC9-90BB-620B-A848-645FE3F0C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DA76B4-5B10-CA2A-5395-9D1BD250B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9F2BC5-72A1-3A4B-A101-2B3BFB75E50C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B507A77-30B0-63E4-384A-4F872469A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A34A05-FB15-55D8-7E7F-F9BFE5BA4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1269E-3521-2A4D-B9CB-962D16090BA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872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3">
            <a:extLst>
              <a:ext uri="{FF2B5EF4-FFF2-40B4-BE49-F238E27FC236}">
                <a16:creationId xmlns:a16="http://schemas.microsoft.com/office/drawing/2014/main" id="{525F9A3A-DAF7-D413-BB73-DD2D4EF56EC5}"/>
              </a:ext>
            </a:extLst>
          </p:cNvPr>
          <p:cNvSpPr/>
          <p:nvPr/>
        </p:nvSpPr>
        <p:spPr>
          <a:xfrm>
            <a:off x="2087592" y="3010619"/>
            <a:ext cx="819510" cy="327804"/>
          </a:xfrm>
          <a:prstGeom prst="roundRect">
            <a:avLst/>
          </a:prstGeom>
          <a:noFill/>
          <a:ln w="381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PDF</a:t>
            </a:r>
            <a:endParaRPr kumimoji="1" lang="ja-JP" altLang="en-US" b="1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角丸四角形 1">
            <a:extLst>
              <a:ext uri="{FF2B5EF4-FFF2-40B4-BE49-F238E27FC236}">
                <a16:creationId xmlns:a16="http://schemas.microsoft.com/office/drawing/2014/main" id="{DC2BEFA7-3045-0286-8A10-D90C933E2D04}"/>
              </a:ext>
            </a:extLst>
          </p:cNvPr>
          <p:cNvSpPr/>
          <p:nvPr/>
        </p:nvSpPr>
        <p:spPr>
          <a:xfrm>
            <a:off x="3109787" y="5203693"/>
            <a:ext cx="819510" cy="327804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Slide</a:t>
            </a:r>
            <a:endParaRPr kumimoji="1" lang="ja-JP" altLang="en-US" b="1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09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</Words>
  <Application>Microsoft Macintosh PowerPoint</Application>
  <PresentationFormat>ワイド画面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Calibri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6s1401294</dc:creator>
  <cp:lastModifiedBy>6s1401294</cp:lastModifiedBy>
  <cp:revision>2</cp:revision>
  <dcterms:created xsi:type="dcterms:W3CDTF">2026-03-15T03:59:05Z</dcterms:created>
  <dcterms:modified xsi:type="dcterms:W3CDTF">2026-06-14T10:34:17Z</dcterms:modified>
</cp:coreProperties>
</file>